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500E-3FAF-613E-D750-CD65D1CE0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38B-1B62-6979-6A83-17113CB67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FE17-DC06-744F-90E5-3068B07C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EFAB-7DA9-1674-1A6A-248F8297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74B18-9A66-F025-6F20-C0F67A55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3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C920-081C-529C-F32F-376D0DA5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09F3-BAC0-861E-8B96-44FB25970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5A9D2-3EE3-4C4E-CDBD-F96D9C67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4BB4A-AFBA-CC27-CF05-8666D082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6A083-68BD-9716-AE27-E59BB6FF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A5FC-10EF-CBAA-A7AA-C08D3683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DC8C1-B309-809B-42F4-AB4FF5B6A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AFAAA-5990-3D31-491A-AE50B175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06AFA-A39A-4535-DDE7-A198DC4E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2E945-6191-AF04-9334-5799FD7A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2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61F2-08FB-666D-1888-CBC8F43D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26748-BEAF-6F12-64D9-45F6714AD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80773-5377-F784-D8AB-51BF65927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49723-D5EF-D6FC-7A64-1ABCB959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F919B-3684-1AE7-A9F2-9527A1C1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AD69B-C41F-573A-0121-A34B6DBC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1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E288-8048-03D0-06D5-E1CFD314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2C6ED-A9BC-0FEC-25DF-D59D45B2B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A00A4-58B2-28F4-E5DA-5ED23A60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F9402-E62A-A42B-ADA4-CC07F9C82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73B28-C39B-A118-CE94-A2CCE9401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F2511-5789-B52D-8CE2-BCFFB670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CC819-C48B-E87F-338B-2E5A78D3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7D220-2C75-2B04-0212-6C2810EF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775F-A0E5-8582-7CF7-61BEA771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1F3D5-9B49-D1FA-BB94-2DCF6849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30731-F2DC-7420-1109-FCEA1A13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5C02-A22D-A04C-6F2F-8D2CBF8B5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8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6B71F-F3C7-AD1F-8D7F-A8C62131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181C6-10A7-2D3D-B69E-99E5FED3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A76AB-59B6-1216-0E96-23A49C39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5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A2D1-2990-BDF7-1332-348ECA73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E252-9043-4D1A-8BDF-5D8ED1CBF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EC4C1-0628-841D-2498-E8140275E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B8B58-8DDB-227C-6A7B-C8983A16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591E5-9A0B-B154-A76D-CFC32306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C247F-ABC0-7449-0D7E-07FAAD88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8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A58F-7F96-7DD3-B16E-16D347FD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8D702-9EFE-0D69-2B55-46718BDFC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118DA-E90A-771D-ADB3-5ECC9779E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35BE3-E6AD-967D-65BE-C7D61D6AA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6E2CD-F290-3EEE-5200-9090EAE1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2F77-C12B-196B-46C9-89F29A42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9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6497-01D0-8E45-EA4D-B1C4119E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D7BD7-22B5-517E-6423-867B0AC6A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FDB30-3A97-C797-24D3-F1EE7ABB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9A4-B4E3-1BED-F0D5-6E0D2F7D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80546-34B8-E2E8-3A7C-80E9E166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7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01FBB-31E4-D0D4-6101-6C079DD4D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B2ABF-BB61-9A08-686D-16200D4B5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73EE6-5DD5-4C44-2DB8-47C03BD0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A03E-51C5-AB3C-8F51-302CAD05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025E8-4B70-1F1C-733F-C3608EB8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27CF7-FD58-1EE3-A146-DE0241D8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79FA-714F-7CB9-E4A4-93CC98CA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0C3A6-9FAE-88CB-AB9C-25CC63114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68473-9443-4A1E-B446-5291CF752A2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DCB1A-EE41-13F8-16B5-46D871171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C7CC2-3C47-9FBC-4348-335307D32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BBC8E-223E-4492-97CC-1D93FDA26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4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BB69D0-B9F5-0A8D-42DF-1EECB81BE645}"/>
              </a:ext>
            </a:extLst>
          </p:cNvPr>
          <p:cNvSpPr txBox="1"/>
          <p:nvPr/>
        </p:nvSpPr>
        <p:spPr>
          <a:xfrm>
            <a:off x="4262814" y="1032812"/>
            <a:ext cx="7248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BREP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62A23-D087-17AF-9F37-0D2754A2A76B}"/>
              </a:ext>
            </a:extLst>
          </p:cNvPr>
          <p:cNvSpPr txBox="1"/>
          <p:nvPr/>
        </p:nvSpPr>
        <p:spPr>
          <a:xfrm>
            <a:off x="4262814" y="1960369"/>
            <a:ext cx="197028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Trimmed surfaces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AE792-0CFA-DE8B-E223-B60B5F0F1877}"/>
              </a:ext>
            </a:extLst>
          </p:cNvPr>
          <p:cNvSpPr txBox="1"/>
          <p:nvPr/>
        </p:nvSpPr>
        <p:spPr>
          <a:xfrm>
            <a:off x="6163976" y="2954883"/>
            <a:ext cx="10461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surfaces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FBD8E-AA00-9EBE-001D-184D4D7C8C4E}"/>
              </a:ext>
            </a:extLst>
          </p:cNvPr>
          <p:cNvSpPr txBox="1"/>
          <p:nvPr/>
        </p:nvSpPr>
        <p:spPr>
          <a:xfrm>
            <a:off x="4201835" y="2954883"/>
            <a:ext cx="7809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edges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674728-11C1-92D8-B109-F60E852933C7}"/>
              </a:ext>
            </a:extLst>
          </p:cNvPr>
          <p:cNvSpPr txBox="1"/>
          <p:nvPr/>
        </p:nvSpPr>
        <p:spPr>
          <a:xfrm>
            <a:off x="4201835" y="3964668"/>
            <a:ext cx="85113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curves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2CF4D0-B8F9-A9CC-21E2-91B9C21FA1C1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625253" y="1402144"/>
            <a:ext cx="622703" cy="558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5E7AD6-5657-D5D9-1576-72ADB0AB85F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247956" y="2329701"/>
            <a:ext cx="1439080" cy="625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A494F9-CF9A-D5A2-BA22-0A1B8B5141B6}"/>
              </a:ext>
            </a:extLst>
          </p:cNvPr>
          <p:cNvCxnSpPr/>
          <p:nvPr/>
        </p:nvCxnSpPr>
        <p:spPr>
          <a:xfrm>
            <a:off x="4777653" y="1554544"/>
            <a:ext cx="622703" cy="558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A2F3C7-E1D6-84A3-41B4-FA3E1DD4833D}"/>
              </a:ext>
            </a:extLst>
          </p:cNvPr>
          <p:cNvCxnSpPr>
            <a:cxnSpLocks/>
          </p:cNvCxnSpPr>
          <p:nvPr/>
        </p:nvCxnSpPr>
        <p:spPr>
          <a:xfrm flipH="1">
            <a:off x="4625253" y="2366194"/>
            <a:ext cx="775103" cy="568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959E91-08EC-6DBF-B168-24DA0A638ED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592294" y="3344420"/>
            <a:ext cx="35106" cy="620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739B06-6285-3A42-AFDB-8E0C5291B3C2}"/>
              </a:ext>
            </a:extLst>
          </p:cNvPr>
          <p:cNvSpPr txBox="1"/>
          <p:nvPr/>
        </p:nvSpPr>
        <p:spPr>
          <a:xfrm>
            <a:off x="6497703" y="3889018"/>
            <a:ext cx="7959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Loops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113AA0-5729-9050-953A-FE48C7EA0EF7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4592295" y="3324215"/>
            <a:ext cx="2303402" cy="564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C5677A-9F8A-681A-DFE6-8CFBD1050518}"/>
              </a:ext>
            </a:extLst>
          </p:cNvPr>
          <p:cNvSpPr txBox="1"/>
          <p:nvPr/>
        </p:nvSpPr>
        <p:spPr>
          <a:xfrm>
            <a:off x="8117873" y="3704352"/>
            <a:ext cx="72846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faces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EF7D8C-498B-F9EC-7150-9992BC68FA63}"/>
              </a:ext>
            </a:extLst>
          </p:cNvPr>
          <p:cNvCxnSpPr>
            <a:cxnSpLocks/>
            <a:stCxn id="10" idx="2"/>
            <a:endCxn id="28" idx="0"/>
          </p:cNvCxnSpPr>
          <p:nvPr/>
        </p:nvCxnSpPr>
        <p:spPr>
          <a:xfrm>
            <a:off x="6687036" y="3324215"/>
            <a:ext cx="1795072" cy="380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654051-DABC-21C9-046E-780552A56606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298124" y="3889018"/>
            <a:ext cx="819749" cy="110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33C87A-0AC0-3B84-D8B2-34929BEBC95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982754" y="3139549"/>
            <a:ext cx="3365258" cy="553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24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Shelden, Dennis Robert</dc:creator>
  <cp:lastModifiedBy>Shelden, Dennis Robert</cp:lastModifiedBy>
  <cp:revision>1</cp:revision>
  <dcterms:created xsi:type="dcterms:W3CDTF">2026-03-17T18:19:35Z</dcterms:created>
  <dcterms:modified xsi:type="dcterms:W3CDTF">2026-03-17T19:03:44Z</dcterms:modified>
</cp:coreProperties>
</file>