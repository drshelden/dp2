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08" r:id="rId3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93" autoAdjust="0"/>
    <p:restoredTop sz="94660"/>
  </p:normalViewPr>
  <p:slideViewPr>
    <p:cSldViewPr snapToGrid="0">
      <p:cViewPr varScale="1">
        <p:scale>
          <a:sx n="73" d="100"/>
          <a:sy n="73" d="100"/>
        </p:scale>
        <p:origin x="1896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5"/>
            <a:ext cx="66065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5"/>
            <a:ext cx="54406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3"/>
            <a:ext cx="338099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3"/>
            <a:ext cx="338099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7"/>
            <a:ext cx="6995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3"/>
            <a:ext cx="6995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3"/>
            <a:ext cx="24871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3"/>
            <a:ext cx="178765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05601" y="9220358"/>
            <a:ext cx="201929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F5FE28-9DE8-6DD5-DB88-16E6E2213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930" y="4475202"/>
            <a:ext cx="6606540" cy="276999"/>
          </a:xfrm>
        </p:spPr>
        <p:txBody>
          <a:bodyPr/>
          <a:lstStyle/>
          <a:p>
            <a:pPr algn="ctr"/>
            <a:r>
              <a:rPr lang="en-US" b="1" dirty="0"/>
              <a:t>BREPS</a:t>
            </a:r>
            <a:endParaRPr lang="en-US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F5FE28-9DE8-6DD5-DB88-16E6E221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Curves and Surfaces</a:t>
            </a:r>
            <a:br>
              <a:rPr lang="en-US" b="1" dirty="0"/>
            </a:br>
            <a:r>
              <a:rPr lang="en-US" dirty="0"/>
              <a:t>Design Programming 2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93454C-EE74-3307-A021-B5375DF2D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2313433"/>
            <a:ext cx="6995160" cy="3323987"/>
          </a:xfrm>
        </p:spPr>
        <p:txBody>
          <a:bodyPr/>
          <a:lstStyle/>
          <a:p>
            <a:r>
              <a:rPr lang="en-US" dirty="0"/>
              <a:t>Agenda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General theory of curves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Bezier and NURBS curves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Rhino curve functionality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Surfaces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General theory of surfaces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Bezier and NURBS surfaces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Rhino curve functionality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Surface curvature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9100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2766</TotalTime>
  <Words>37</Words>
  <Application>Microsoft Office PowerPoint</Application>
  <PresentationFormat>Custom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BREPS</vt:lpstr>
      <vt:lpstr>Curves and Surfaces Design Programming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Shelden, Dennis Robert</dc:creator>
  <cp:lastModifiedBy>Shelden, Dennis Robert</cp:lastModifiedBy>
  <cp:revision>16</cp:revision>
  <dcterms:created xsi:type="dcterms:W3CDTF">2024-02-06T11:36:29Z</dcterms:created>
  <dcterms:modified xsi:type="dcterms:W3CDTF">2026-03-17T15:55:46Z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2023-01-09T00:00:00Z</vt:filetime>
  </property>
  <property fmtid="{D5CDD505-2E9C-101B-9397-08002B2CF9AE}" pid="3" name="LastSaved">
    <vt:filetime>2024-02-06T00:00:00Z</vt:filetime>
  </property>
  <property fmtid="{D5CDD505-2E9C-101B-9397-08002B2CF9AE}" pid="4" name="Producer">
    <vt:lpwstr>Skia/PDF m76</vt:lpwstr>
  </property>
</Properties>
</file>